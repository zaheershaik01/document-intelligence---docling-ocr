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Zaheer" userId="2bb7d941d804b633" providerId="LiveId" clId="{897C4DED-9DB7-428D-95F3-B8995D268B92}"/>
    <pc:docChg chg="modSld sldOrd">
      <pc:chgData name="Shaik Zaheer" userId="2bb7d941d804b633" providerId="LiveId" clId="{897C4DED-9DB7-428D-95F3-B8995D268B92}" dt="2026-09-09T09:53:17.896" v="1"/>
      <pc:docMkLst>
        <pc:docMk/>
      </pc:docMkLst>
      <pc:sldChg chg="ord">
        <pc:chgData name="Shaik Zaheer" userId="2bb7d941d804b633" providerId="LiveId" clId="{897C4DED-9DB7-428D-95F3-B8995D268B92}" dt="2026-09-09T09:53:17.896" v="1"/>
        <pc:sldMkLst>
          <pc:docMk/>
          <pc:sldMk cId="0" sldId="25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E9-433F-87BE-982D3BBEB2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10.1</c:v>
                </c:pt>
                <c:pt idx="1">
                  <c:v>14.2</c:v>
                </c:pt>
                <c:pt idx="2">
                  <c:v>12</c:v>
                </c:pt>
                <c:pt idx="3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E9-433F-87BE-982D3BBEB2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demo PPTX file from samplelib.com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new dashboard</a:t>
            </a:r>
          </a:p>
          <a:p>
            <a:pPr lvl="1"/>
            <a:r>
              <a:t>Faster page loads</a:t>
            </a:r>
          </a:p>
          <a:p>
            <a:pPr lvl="1"/>
            <a:r>
              <a:t>Mobile-first layout</a:t>
            </a:r>
          </a:p>
          <a:p>
            <a:r>
              <a:t>Grow active users</a:t>
            </a:r>
          </a:p>
          <a:p>
            <a:pPr lvl="1"/>
            <a:r>
              <a:t>Reduce churn</a:t>
            </a:r>
          </a:p>
          <a:p>
            <a:pPr lvl="1"/>
            <a:r>
              <a:t>Improve onboarding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r>
              <a:t>Project goals</a:t>
            </a:r>
          </a:p>
          <a:p>
            <a:r>
              <a:t>Quarterly results</a:t>
            </a:r>
          </a:p>
          <a:p>
            <a:r>
              <a:t>Roadmap</a:t>
            </a:r>
          </a:p>
          <a:p>
            <a:r>
              <a:t>Questions &amp;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1737360"/>
          <a:ext cx="8869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011680" y="1645920"/>
          <a:ext cx="82296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Image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3736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and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Advantages</a:t>
            </a:r>
          </a:p>
          <a:p>
            <a:pPr>
              <a:defRPr sz="1800"/>
            </a:pPr>
            <a:r>
              <a:t>• Open standard</a:t>
            </a:r>
          </a:p>
          <a:p>
            <a:pPr>
              <a:defRPr sz="1800"/>
            </a:pPr>
            <a:r>
              <a:t>• Wide tool support</a:t>
            </a:r>
          </a:p>
          <a:p>
            <a:pPr>
              <a:defRPr sz="1800"/>
            </a:pPr>
            <a:r>
              <a:t>• Easy to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Trade-offs</a:t>
            </a:r>
          </a:p>
          <a:p>
            <a:pPr>
              <a:defRPr sz="1800"/>
            </a:pPr>
            <a:r>
              <a:t>• Verbose XML</a:t>
            </a:r>
          </a:p>
          <a:p>
            <a:pPr>
              <a:defRPr sz="1800"/>
            </a:pPr>
            <a:r>
              <a:t>• Large file sizes</a:t>
            </a:r>
          </a:p>
          <a:p>
            <a:pPr>
              <a:defRPr sz="1800"/>
            </a:pPr>
            <a:r>
              <a:t>• Layout drift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Sample Presentation</vt:lpstr>
      <vt:lpstr>Project Goals</vt:lpstr>
      <vt:lpstr>Agenda</vt:lpstr>
      <vt:lpstr>Quarterly Revenue</vt:lpstr>
      <vt:lpstr>Sales by Quarter</vt:lpstr>
      <vt:lpstr>Embedded Image</vt:lpstr>
      <vt:lpstr>Pros and Cons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 Zaheer</cp:lastModifiedBy>
  <cp:revision>1</cp:revision>
  <dcterms:created xsi:type="dcterms:W3CDTF">2013-01-27T09:14:16Z</dcterms:created>
  <dcterms:modified xsi:type="dcterms:W3CDTF">2026-09-09T09:53:20Z</dcterms:modified>
  <cp:category/>
</cp:coreProperties>
</file>